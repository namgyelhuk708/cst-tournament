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116403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CST SILVER JUBILEE FOOTBALL TOURNAMENT — KNOCKOUT BRACKET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274320" y="530352"/>
            <a:ext cx="11640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of 16  →  Quarter-Finals  →  Semi-Finals  →  Final   |   Top 2 qualifiers (Winner + Runner-up) from each of Groups A–H   |   All matches at CST Artificial Turf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137160" y="85039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OF 16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828800" y="85039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QUARTER-FINALS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3520440" y="85039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SEMI-FINALS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5212080" y="85039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6903720" y="85039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SEMI-FINALS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8595360" y="85039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QUARTER-FINALS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10287000" y="85039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4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OF 16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1234440"/>
            <a:ext cx="1188720" cy="694944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581912"/>
            <a:ext cx="1188720" cy="0"/>
          </a:xfrm>
          <a:prstGeom prst="line">
            <a:avLst/>
          </a:prstGeom>
          <a:noFill/>
          <a:ln w="9525">
            <a:solidFill>
              <a:srgbClr val="2E75B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20040" y="12344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Winner – Group A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320040" y="158191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Runner-up – Group B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228600" y="1033272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BF8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274320" y="2432304"/>
            <a:ext cx="1188720" cy="694944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779776"/>
            <a:ext cx="1188720" cy="0"/>
          </a:xfrm>
          <a:prstGeom prst="line">
            <a:avLst/>
          </a:prstGeom>
          <a:noFill/>
          <a:ln w="9525">
            <a:solidFill>
              <a:srgbClr val="2E75B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20040" y="243230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Winner – Group C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320040" y="277977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Runner-up – Group D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228600" y="2231136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BF8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74320" y="3630168"/>
            <a:ext cx="1188720" cy="694944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977640"/>
            <a:ext cx="1188720" cy="0"/>
          </a:xfrm>
          <a:prstGeom prst="line">
            <a:avLst/>
          </a:prstGeom>
          <a:noFill/>
          <a:ln w="9525">
            <a:solidFill>
              <a:srgbClr val="2E75B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20040" y="363016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Winner – Group E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320040" y="39776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Runner-up – Group F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228600" y="342900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BF8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74320" y="4828032"/>
            <a:ext cx="1188720" cy="694944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5175504"/>
            <a:ext cx="1188720" cy="0"/>
          </a:xfrm>
          <a:prstGeom prst="line">
            <a:avLst/>
          </a:prstGeom>
          <a:noFill/>
          <a:ln w="9525">
            <a:solidFill>
              <a:srgbClr val="2E75B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20040" y="482803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Winner – Group G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320040" y="517550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Runner-up – Group H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228600" y="4626864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BF8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1965960" y="1833372"/>
            <a:ext cx="1188720" cy="694944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965960" y="2180844"/>
            <a:ext cx="1188720" cy="0"/>
          </a:xfrm>
          <a:prstGeom prst="line">
            <a:avLst/>
          </a:prstGeom>
          <a:noFill/>
          <a:ln w="9525">
            <a:solidFill>
              <a:srgbClr val="2E75B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011680" y="183337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Winner M1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2011680" y="218084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Winner M2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920240" y="1632204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BF8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QF1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1463040" y="1581912"/>
            <a:ext cx="251460" cy="0"/>
          </a:xfrm>
          <a:prstGeom prst="line">
            <a:avLst/>
          </a:prstGeom>
          <a:noFill/>
          <a:ln w="12700">
            <a:solidFill>
              <a:srgbClr val="A6A6A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714500" y="1581912"/>
            <a:ext cx="0" cy="598932"/>
          </a:xfrm>
          <a:prstGeom prst="line">
            <a:avLst/>
          </a:prstGeom>
          <a:noFill/>
          <a:ln w="12700">
            <a:solidFill>
              <a:srgbClr val="A6A6A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714500" y="2180844"/>
            <a:ext cx="251460" cy="0"/>
          </a:xfrm>
          <a:prstGeom prst="line">
            <a:avLst/>
          </a:prstGeom>
          <a:noFill/>
          <a:ln w="12700">
            <a:solidFill>
              <a:srgbClr val="A6A6A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463040" y="2779776"/>
            <a:ext cx="251460" cy="0"/>
          </a:xfrm>
          <a:prstGeom prst="line">
            <a:avLst/>
          </a:prstGeom>
          <a:noFill/>
          <a:ln w="12700">
            <a:solidFill>
              <a:srgbClr val="A6A6A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714500" y="2180844"/>
            <a:ext cx="0" cy="598932"/>
          </a:xfrm>
          <a:prstGeom prst="line">
            <a:avLst/>
          </a:prstGeom>
          <a:noFill/>
          <a:ln w="12700">
            <a:solidFill>
              <a:srgbClr val="A6A6A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714500" y="2180844"/>
            <a:ext cx="251460" cy="0"/>
          </a:xfrm>
          <a:prstGeom prst="line">
            <a:avLst/>
          </a:prstGeom>
          <a:noFill/>
          <a:ln w="12700">
            <a:solidFill>
              <a:srgbClr val="A6A6A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65960" y="4229100"/>
            <a:ext cx="1188720" cy="694944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965960" y="4576572"/>
            <a:ext cx="1188720" cy="0"/>
          </a:xfrm>
          <a:prstGeom prst="line">
            <a:avLst/>
          </a:prstGeom>
          <a:noFill/>
          <a:ln w="9525">
            <a:solidFill>
              <a:srgbClr val="2E75B6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2011680" y="422910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Winner M3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2011680" y="457657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Winner M4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1920240" y="4027932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BF8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QF2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1463040" y="3977640"/>
            <a:ext cx="251460" cy="0"/>
          </a:xfrm>
          <a:prstGeom prst="line">
            <a:avLst/>
          </a:prstGeom>
          <a:noFill/>
          <a:ln w="12700">
            <a:solidFill>
              <a:srgbClr val="A6A6A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14500" y="3977640"/>
            <a:ext cx="0" cy="598932"/>
          </a:xfrm>
          <a:prstGeom prst="line">
            <a:avLst/>
          </a:prstGeom>
          <a:noFill/>
          <a:ln w="12700">
            <a:solidFill>
              <a:srgbClr val="A6A6A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714500" y="4576572"/>
            <a:ext cx="251460" cy="0"/>
          </a:xfrm>
          <a:prstGeom prst="line">
            <a:avLst/>
          </a:prstGeom>
          <a:noFill/>
          <a:ln w="12700">
            <a:solidFill>
              <a:srgbClr val="A6A6A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463040" y="5175504"/>
            <a:ext cx="251460" cy="0"/>
          </a:xfrm>
          <a:prstGeom prst="line">
            <a:avLst/>
          </a:prstGeom>
          <a:noFill/>
          <a:ln w="12700">
            <a:solidFill>
              <a:srgbClr val="A6A6A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714500" y="4576572"/>
            <a:ext cx="0" cy="598932"/>
          </a:xfrm>
          <a:prstGeom prst="line">
            <a:avLst/>
          </a:prstGeom>
          <a:noFill/>
          <a:ln w="12700">
            <a:solidFill>
              <a:srgbClr val="A6A6A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714500" y="4576572"/>
            <a:ext cx="251460" cy="0"/>
          </a:xfrm>
          <a:prstGeom prst="line">
            <a:avLst/>
          </a:prstGeom>
          <a:noFill/>
          <a:ln w="12700">
            <a:solidFill>
              <a:srgbClr val="A6A6A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657600" y="3031236"/>
            <a:ext cx="1188720" cy="694944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657600" y="3378708"/>
            <a:ext cx="1188720" cy="0"/>
          </a:xfrm>
          <a:prstGeom prst="line">
            <a:avLst/>
          </a:prstGeom>
          <a:noFill/>
          <a:ln w="9525">
            <a:solidFill>
              <a:srgbClr val="2E75B6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3703320" y="303123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Winner QF1</a:t>
            </a:r>
            <a:endParaRPr lang="en-US" sz="900" dirty="0"/>
          </a:p>
        </p:txBody>
      </p:sp>
      <p:sp>
        <p:nvSpPr>
          <p:cNvPr id="56" name="Text 54"/>
          <p:cNvSpPr txBox="1"/>
          <p:nvPr/>
        </p:nvSpPr>
        <p:spPr>
          <a:xfrm>
            <a:off x="3703320" y="337870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Winner QF2</a:t>
            </a:r>
            <a:endParaRPr lang="en-US" sz="900" dirty="0"/>
          </a:p>
        </p:txBody>
      </p:sp>
      <p:sp>
        <p:nvSpPr>
          <p:cNvPr id="57" name="Text 55"/>
          <p:cNvSpPr txBox="1"/>
          <p:nvPr/>
        </p:nvSpPr>
        <p:spPr>
          <a:xfrm>
            <a:off x="3611880" y="2830068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BF8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SF1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3154680" y="2180844"/>
            <a:ext cx="251460" cy="0"/>
          </a:xfrm>
          <a:prstGeom prst="line">
            <a:avLst/>
          </a:prstGeom>
          <a:noFill/>
          <a:ln w="12700">
            <a:solidFill>
              <a:srgbClr val="A6A6A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406140" y="2180844"/>
            <a:ext cx="0" cy="1197864"/>
          </a:xfrm>
          <a:prstGeom prst="line">
            <a:avLst/>
          </a:prstGeom>
          <a:noFill/>
          <a:ln w="12700">
            <a:solidFill>
              <a:srgbClr val="A6A6A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406140" y="3378708"/>
            <a:ext cx="251460" cy="0"/>
          </a:xfrm>
          <a:prstGeom prst="line">
            <a:avLst/>
          </a:prstGeom>
          <a:noFill/>
          <a:ln w="12700">
            <a:solidFill>
              <a:srgbClr val="A6A6A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154680" y="4576572"/>
            <a:ext cx="251460" cy="0"/>
          </a:xfrm>
          <a:prstGeom prst="line">
            <a:avLst/>
          </a:prstGeom>
          <a:noFill/>
          <a:ln w="12700">
            <a:solidFill>
              <a:srgbClr val="A6A6A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406140" y="3378708"/>
            <a:ext cx="0" cy="1197864"/>
          </a:xfrm>
          <a:prstGeom prst="line">
            <a:avLst/>
          </a:prstGeom>
          <a:noFill/>
          <a:ln w="12700">
            <a:solidFill>
              <a:srgbClr val="A6A6A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406140" y="3378708"/>
            <a:ext cx="251460" cy="0"/>
          </a:xfrm>
          <a:prstGeom prst="line">
            <a:avLst/>
          </a:prstGeom>
          <a:noFill/>
          <a:ln w="12700">
            <a:solidFill>
              <a:srgbClr val="A6A6A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0424160" y="1234440"/>
            <a:ext cx="1188720" cy="694944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0424160" y="1581912"/>
            <a:ext cx="1188720" cy="0"/>
          </a:xfrm>
          <a:prstGeom prst="line">
            <a:avLst/>
          </a:prstGeom>
          <a:noFill/>
          <a:ln w="9525">
            <a:solidFill>
              <a:srgbClr val="2E75B6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10469880" y="12344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Winner – Group B</a:t>
            </a:r>
            <a:endParaRPr lang="en-US" sz="900" dirty="0"/>
          </a:p>
        </p:txBody>
      </p:sp>
      <p:sp>
        <p:nvSpPr>
          <p:cNvPr id="67" name="Text 65"/>
          <p:cNvSpPr txBox="1"/>
          <p:nvPr/>
        </p:nvSpPr>
        <p:spPr>
          <a:xfrm>
            <a:off x="10469880" y="158191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Runner-up – Group A</a:t>
            </a:r>
            <a:endParaRPr lang="en-US" sz="900" dirty="0"/>
          </a:p>
        </p:txBody>
      </p:sp>
      <p:sp>
        <p:nvSpPr>
          <p:cNvPr id="68" name="Text 66"/>
          <p:cNvSpPr txBox="1"/>
          <p:nvPr/>
        </p:nvSpPr>
        <p:spPr>
          <a:xfrm>
            <a:off x="10378440" y="1033272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BF8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10424160" y="2432304"/>
            <a:ext cx="1188720" cy="694944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0424160" y="2779776"/>
            <a:ext cx="1188720" cy="0"/>
          </a:xfrm>
          <a:prstGeom prst="line">
            <a:avLst/>
          </a:prstGeom>
          <a:noFill/>
          <a:ln w="9525">
            <a:solidFill>
              <a:srgbClr val="2E75B6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10469880" y="243230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Winner – Group D</a:t>
            </a:r>
            <a:endParaRPr lang="en-US" sz="900" dirty="0"/>
          </a:p>
        </p:txBody>
      </p:sp>
      <p:sp>
        <p:nvSpPr>
          <p:cNvPr id="72" name="Text 70"/>
          <p:cNvSpPr txBox="1"/>
          <p:nvPr/>
        </p:nvSpPr>
        <p:spPr>
          <a:xfrm>
            <a:off x="10469880" y="277977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Runner-up – Group C</a:t>
            </a:r>
            <a:endParaRPr lang="en-US" sz="900" dirty="0"/>
          </a:p>
        </p:txBody>
      </p:sp>
      <p:sp>
        <p:nvSpPr>
          <p:cNvPr id="73" name="Text 71"/>
          <p:cNvSpPr txBox="1"/>
          <p:nvPr/>
        </p:nvSpPr>
        <p:spPr>
          <a:xfrm>
            <a:off x="10378440" y="2231136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BF8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10424160" y="3630168"/>
            <a:ext cx="1188720" cy="694944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0424160" y="3977640"/>
            <a:ext cx="1188720" cy="0"/>
          </a:xfrm>
          <a:prstGeom prst="line">
            <a:avLst/>
          </a:prstGeom>
          <a:noFill/>
          <a:ln w="9525">
            <a:solidFill>
              <a:srgbClr val="2E75B6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10469880" y="363016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Winner – Group F</a:t>
            </a:r>
            <a:endParaRPr lang="en-US" sz="900" dirty="0"/>
          </a:p>
        </p:txBody>
      </p:sp>
      <p:sp>
        <p:nvSpPr>
          <p:cNvPr id="77" name="Text 75"/>
          <p:cNvSpPr txBox="1"/>
          <p:nvPr/>
        </p:nvSpPr>
        <p:spPr>
          <a:xfrm>
            <a:off x="10469880" y="39776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Runner-up – Group E</a:t>
            </a:r>
            <a:endParaRPr lang="en-US" sz="900" dirty="0"/>
          </a:p>
        </p:txBody>
      </p:sp>
      <p:sp>
        <p:nvSpPr>
          <p:cNvPr id="78" name="Text 76"/>
          <p:cNvSpPr txBox="1"/>
          <p:nvPr/>
        </p:nvSpPr>
        <p:spPr>
          <a:xfrm>
            <a:off x="10378440" y="342900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BF8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M7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10424160" y="4828032"/>
            <a:ext cx="1188720" cy="694944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0424160" y="5175504"/>
            <a:ext cx="1188720" cy="0"/>
          </a:xfrm>
          <a:prstGeom prst="line">
            <a:avLst/>
          </a:prstGeom>
          <a:noFill/>
          <a:ln w="9525">
            <a:solidFill>
              <a:srgbClr val="2E75B6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10469880" y="482803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Winner – Group H</a:t>
            </a:r>
            <a:endParaRPr lang="en-US" sz="900" dirty="0"/>
          </a:p>
        </p:txBody>
      </p:sp>
      <p:sp>
        <p:nvSpPr>
          <p:cNvPr id="82" name="Text 80"/>
          <p:cNvSpPr txBox="1"/>
          <p:nvPr/>
        </p:nvSpPr>
        <p:spPr>
          <a:xfrm>
            <a:off x="10469880" y="517550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Runner-up – Group G</a:t>
            </a:r>
            <a:endParaRPr lang="en-US" sz="900" dirty="0"/>
          </a:p>
        </p:txBody>
      </p:sp>
      <p:sp>
        <p:nvSpPr>
          <p:cNvPr id="83" name="Text 81"/>
          <p:cNvSpPr txBox="1"/>
          <p:nvPr/>
        </p:nvSpPr>
        <p:spPr>
          <a:xfrm>
            <a:off x="10378440" y="4626864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BF8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M8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8732520" y="1833372"/>
            <a:ext cx="1188720" cy="694944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732520" y="2180844"/>
            <a:ext cx="1188720" cy="0"/>
          </a:xfrm>
          <a:prstGeom prst="line">
            <a:avLst/>
          </a:prstGeom>
          <a:noFill/>
          <a:ln w="9525">
            <a:solidFill>
              <a:srgbClr val="2E75B6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8778240" y="183337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Winner M5</a:t>
            </a:r>
            <a:endParaRPr lang="en-US" sz="900" dirty="0"/>
          </a:p>
        </p:txBody>
      </p:sp>
      <p:sp>
        <p:nvSpPr>
          <p:cNvPr id="87" name="Text 85"/>
          <p:cNvSpPr txBox="1"/>
          <p:nvPr/>
        </p:nvSpPr>
        <p:spPr>
          <a:xfrm>
            <a:off x="8778240" y="218084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Winner M6</a:t>
            </a:r>
            <a:endParaRPr lang="en-US" sz="900" dirty="0"/>
          </a:p>
        </p:txBody>
      </p:sp>
      <p:sp>
        <p:nvSpPr>
          <p:cNvPr id="88" name="Text 86"/>
          <p:cNvSpPr txBox="1"/>
          <p:nvPr/>
        </p:nvSpPr>
        <p:spPr>
          <a:xfrm>
            <a:off x="8686800" y="1632204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BF8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QF3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9921240" y="2180844"/>
            <a:ext cx="251460" cy="0"/>
          </a:xfrm>
          <a:prstGeom prst="line">
            <a:avLst/>
          </a:prstGeom>
          <a:noFill/>
          <a:ln w="12700">
            <a:solidFill>
              <a:srgbClr val="A6A6A6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0172700" y="1581912"/>
            <a:ext cx="0" cy="598932"/>
          </a:xfrm>
          <a:prstGeom prst="line">
            <a:avLst/>
          </a:prstGeom>
          <a:noFill/>
          <a:ln w="12700">
            <a:solidFill>
              <a:srgbClr val="A6A6A6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0172700" y="1581912"/>
            <a:ext cx="251460" cy="0"/>
          </a:xfrm>
          <a:prstGeom prst="line">
            <a:avLst/>
          </a:prstGeom>
          <a:noFill/>
          <a:ln w="12700">
            <a:solidFill>
              <a:srgbClr val="A6A6A6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9921240" y="2180844"/>
            <a:ext cx="251460" cy="0"/>
          </a:xfrm>
          <a:prstGeom prst="line">
            <a:avLst/>
          </a:prstGeom>
          <a:noFill/>
          <a:ln w="12700">
            <a:solidFill>
              <a:srgbClr val="A6A6A6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0172700" y="2180844"/>
            <a:ext cx="0" cy="598932"/>
          </a:xfrm>
          <a:prstGeom prst="line">
            <a:avLst/>
          </a:prstGeom>
          <a:noFill/>
          <a:ln w="12700">
            <a:solidFill>
              <a:srgbClr val="A6A6A6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0172700" y="2779776"/>
            <a:ext cx="251460" cy="0"/>
          </a:xfrm>
          <a:prstGeom prst="line">
            <a:avLst/>
          </a:prstGeom>
          <a:noFill/>
          <a:ln w="12700">
            <a:solidFill>
              <a:srgbClr val="A6A6A6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8732520" y="4229100"/>
            <a:ext cx="1188720" cy="694944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8732520" y="4576572"/>
            <a:ext cx="1188720" cy="0"/>
          </a:xfrm>
          <a:prstGeom prst="line">
            <a:avLst/>
          </a:prstGeom>
          <a:noFill/>
          <a:ln w="9525">
            <a:solidFill>
              <a:srgbClr val="2E75B6"/>
            </a:solidFill>
            <a:prstDash val="solid"/>
          </a:ln>
        </p:spPr>
      </p:sp>
      <p:sp>
        <p:nvSpPr>
          <p:cNvPr id="97" name="Text 95"/>
          <p:cNvSpPr txBox="1"/>
          <p:nvPr/>
        </p:nvSpPr>
        <p:spPr>
          <a:xfrm>
            <a:off x="8778240" y="422910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Winner M7</a:t>
            </a:r>
            <a:endParaRPr lang="en-US" sz="900" dirty="0"/>
          </a:p>
        </p:txBody>
      </p:sp>
      <p:sp>
        <p:nvSpPr>
          <p:cNvPr id="98" name="Text 96"/>
          <p:cNvSpPr txBox="1"/>
          <p:nvPr/>
        </p:nvSpPr>
        <p:spPr>
          <a:xfrm>
            <a:off x="8778240" y="457657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Winner M8</a:t>
            </a:r>
            <a:endParaRPr lang="en-US" sz="900" dirty="0"/>
          </a:p>
        </p:txBody>
      </p:sp>
      <p:sp>
        <p:nvSpPr>
          <p:cNvPr id="99" name="Text 97"/>
          <p:cNvSpPr txBox="1"/>
          <p:nvPr/>
        </p:nvSpPr>
        <p:spPr>
          <a:xfrm>
            <a:off x="8686800" y="4027932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BF8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QF4</a:t>
            </a:r>
            <a:endParaRPr lang="en-US" sz="750" dirty="0"/>
          </a:p>
        </p:txBody>
      </p:sp>
      <p:sp>
        <p:nvSpPr>
          <p:cNvPr id="100" name="Shape 98"/>
          <p:cNvSpPr/>
          <p:nvPr/>
        </p:nvSpPr>
        <p:spPr>
          <a:xfrm>
            <a:off x="9921240" y="4576572"/>
            <a:ext cx="251460" cy="0"/>
          </a:xfrm>
          <a:prstGeom prst="line">
            <a:avLst/>
          </a:prstGeom>
          <a:noFill/>
          <a:ln w="12700">
            <a:solidFill>
              <a:srgbClr val="A6A6A6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0172700" y="3977640"/>
            <a:ext cx="0" cy="598932"/>
          </a:xfrm>
          <a:prstGeom prst="line">
            <a:avLst/>
          </a:prstGeom>
          <a:noFill/>
          <a:ln w="12700">
            <a:solidFill>
              <a:srgbClr val="A6A6A6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0172700" y="3977640"/>
            <a:ext cx="251460" cy="0"/>
          </a:xfrm>
          <a:prstGeom prst="line">
            <a:avLst/>
          </a:prstGeom>
          <a:noFill/>
          <a:ln w="12700">
            <a:solidFill>
              <a:srgbClr val="A6A6A6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9921240" y="4576572"/>
            <a:ext cx="251460" cy="0"/>
          </a:xfrm>
          <a:prstGeom prst="line">
            <a:avLst/>
          </a:prstGeom>
          <a:noFill/>
          <a:ln w="12700">
            <a:solidFill>
              <a:srgbClr val="A6A6A6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10172700" y="4576572"/>
            <a:ext cx="0" cy="598932"/>
          </a:xfrm>
          <a:prstGeom prst="line">
            <a:avLst/>
          </a:prstGeom>
          <a:noFill/>
          <a:ln w="12700">
            <a:solidFill>
              <a:srgbClr val="A6A6A6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10172700" y="5175504"/>
            <a:ext cx="251460" cy="0"/>
          </a:xfrm>
          <a:prstGeom prst="line">
            <a:avLst/>
          </a:prstGeom>
          <a:noFill/>
          <a:ln w="12700">
            <a:solidFill>
              <a:srgbClr val="A6A6A6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7040880" y="3031236"/>
            <a:ext cx="1188720" cy="694944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7040880" y="3378708"/>
            <a:ext cx="1188720" cy="0"/>
          </a:xfrm>
          <a:prstGeom prst="line">
            <a:avLst/>
          </a:prstGeom>
          <a:noFill/>
          <a:ln w="9525">
            <a:solidFill>
              <a:srgbClr val="2E75B6"/>
            </a:solidFill>
            <a:prstDash val="solid"/>
          </a:ln>
        </p:spPr>
      </p:sp>
      <p:sp>
        <p:nvSpPr>
          <p:cNvPr id="108" name="Text 106"/>
          <p:cNvSpPr txBox="1"/>
          <p:nvPr/>
        </p:nvSpPr>
        <p:spPr>
          <a:xfrm>
            <a:off x="7086600" y="303123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Winner QF3</a:t>
            </a:r>
            <a:endParaRPr lang="en-US" sz="900" dirty="0"/>
          </a:p>
        </p:txBody>
      </p:sp>
      <p:sp>
        <p:nvSpPr>
          <p:cNvPr id="109" name="Text 107"/>
          <p:cNvSpPr txBox="1"/>
          <p:nvPr/>
        </p:nvSpPr>
        <p:spPr>
          <a:xfrm>
            <a:off x="7086600" y="337870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Winner QF4</a:t>
            </a:r>
            <a:endParaRPr lang="en-US" sz="900" dirty="0"/>
          </a:p>
        </p:txBody>
      </p:sp>
      <p:sp>
        <p:nvSpPr>
          <p:cNvPr id="110" name="Text 108"/>
          <p:cNvSpPr txBox="1"/>
          <p:nvPr/>
        </p:nvSpPr>
        <p:spPr>
          <a:xfrm>
            <a:off x="6995160" y="2830068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BF8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SF2</a:t>
            </a:r>
            <a:endParaRPr lang="en-US" sz="750" dirty="0"/>
          </a:p>
        </p:txBody>
      </p:sp>
      <p:sp>
        <p:nvSpPr>
          <p:cNvPr id="111" name="Shape 109"/>
          <p:cNvSpPr/>
          <p:nvPr/>
        </p:nvSpPr>
        <p:spPr>
          <a:xfrm>
            <a:off x="8229600" y="3378708"/>
            <a:ext cx="251460" cy="0"/>
          </a:xfrm>
          <a:prstGeom prst="line">
            <a:avLst/>
          </a:prstGeom>
          <a:noFill/>
          <a:ln w="12700">
            <a:solidFill>
              <a:srgbClr val="A6A6A6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8481060" y="2180844"/>
            <a:ext cx="0" cy="1197864"/>
          </a:xfrm>
          <a:prstGeom prst="line">
            <a:avLst/>
          </a:prstGeom>
          <a:noFill/>
          <a:ln w="12700">
            <a:solidFill>
              <a:srgbClr val="A6A6A6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8481060" y="2180844"/>
            <a:ext cx="251460" cy="0"/>
          </a:xfrm>
          <a:prstGeom prst="line">
            <a:avLst/>
          </a:prstGeom>
          <a:noFill/>
          <a:ln w="12700">
            <a:solidFill>
              <a:srgbClr val="A6A6A6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8229600" y="3378708"/>
            <a:ext cx="251460" cy="0"/>
          </a:xfrm>
          <a:prstGeom prst="line">
            <a:avLst/>
          </a:prstGeom>
          <a:noFill/>
          <a:ln w="12700">
            <a:solidFill>
              <a:srgbClr val="A6A6A6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8481060" y="3378708"/>
            <a:ext cx="0" cy="1197864"/>
          </a:xfrm>
          <a:prstGeom prst="line">
            <a:avLst/>
          </a:prstGeom>
          <a:noFill/>
          <a:ln w="12700">
            <a:solidFill>
              <a:srgbClr val="A6A6A6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8481060" y="4576572"/>
            <a:ext cx="251460" cy="0"/>
          </a:xfrm>
          <a:prstGeom prst="line">
            <a:avLst/>
          </a:prstGeom>
          <a:noFill/>
          <a:ln w="12700">
            <a:solidFill>
              <a:srgbClr val="A6A6A6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5349240" y="3031236"/>
            <a:ext cx="1188720" cy="694944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5349240" y="3378708"/>
            <a:ext cx="1188720" cy="0"/>
          </a:xfrm>
          <a:prstGeom prst="line">
            <a:avLst/>
          </a:prstGeom>
          <a:noFill/>
          <a:ln w="9525">
            <a:solidFill>
              <a:srgbClr val="2E75B6"/>
            </a:solidFill>
            <a:prstDash val="solid"/>
          </a:ln>
        </p:spPr>
      </p:sp>
      <p:sp>
        <p:nvSpPr>
          <p:cNvPr id="119" name="Text 117"/>
          <p:cNvSpPr txBox="1"/>
          <p:nvPr/>
        </p:nvSpPr>
        <p:spPr>
          <a:xfrm>
            <a:off x="5394960" y="303123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Winner SF1</a:t>
            </a:r>
            <a:endParaRPr lang="en-US" sz="900" dirty="0"/>
          </a:p>
        </p:txBody>
      </p:sp>
      <p:sp>
        <p:nvSpPr>
          <p:cNvPr id="120" name="Text 118"/>
          <p:cNvSpPr txBox="1"/>
          <p:nvPr/>
        </p:nvSpPr>
        <p:spPr>
          <a:xfrm>
            <a:off x="5394960" y="337870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Winner SF2</a:t>
            </a:r>
            <a:endParaRPr lang="en-US" sz="900" dirty="0"/>
          </a:p>
        </p:txBody>
      </p:sp>
      <p:sp>
        <p:nvSpPr>
          <p:cNvPr id="121" name="Shape 119"/>
          <p:cNvSpPr/>
          <p:nvPr/>
        </p:nvSpPr>
        <p:spPr>
          <a:xfrm>
            <a:off x="5312664" y="2994660"/>
            <a:ext cx="1261872" cy="768096"/>
          </a:xfrm>
          <a:prstGeom prst="roundRect">
            <a:avLst>
              <a:gd name="adj" fmla="val 5952"/>
            </a:avLst>
          </a:prstGeom>
          <a:ln w="25400">
            <a:solidFill>
              <a:srgbClr val="BF8F00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846320" y="3378708"/>
            <a:ext cx="251460" cy="0"/>
          </a:xfrm>
          <a:prstGeom prst="line">
            <a:avLst/>
          </a:prstGeom>
          <a:noFill/>
          <a:ln w="12700">
            <a:solidFill>
              <a:srgbClr val="A6A6A6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5097780" y="3378708"/>
            <a:ext cx="0" cy="0"/>
          </a:xfrm>
          <a:prstGeom prst="line">
            <a:avLst/>
          </a:prstGeom>
          <a:noFill/>
          <a:ln w="12700">
            <a:solidFill>
              <a:srgbClr val="A6A6A6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5097780" y="3378708"/>
            <a:ext cx="251460" cy="0"/>
          </a:xfrm>
          <a:prstGeom prst="line">
            <a:avLst/>
          </a:prstGeom>
          <a:noFill/>
          <a:ln w="12700">
            <a:solidFill>
              <a:srgbClr val="A6A6A6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7040880" y="3378708"/>
            <a:ext cx="-251460" cy="0"/>
          </a:xfrm>
          <a:prstGeom prst="line">
            <a:avLst/>
          </a:prstGeom>
          <a:noFill/>
          <a:ln w="12700">
            <a:solidFill>
              <a:srgbClr val="A6A6A6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6789420" y="3378708"/>
            <a:ext cx="0" cy="0"/>
          </a:xfrm>
          <a:prstGeom prst="line">
            <a:avLst/>
          </a:prstGeom>
          <a:noFill/>
          <a:ln w="12700">
            <a:solidFill>
              <a:srgbClr val="A6A6A6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6789420" y="3378708"/>
            <a:ext cx="-251460" cy="0"/>
          </a:xfrm>
          <a:prstGeom prst="line">
            <a:avLst/>
          </a:prstGeom>
          <a:noFill/>
          <a:ln w="12700">
            <a:solidFill>
              <a:srgbClr val="A6A6A6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5212080" y="3909060"/>
            <a:ext cx="1463040" cy="365760"/>
          </a:xfrm>
          <a:prstGeom prst="roundRect">
            <a:avLst>
              <a:gd name="adj" fmla="val 15000"/>
            </a:avLst>
          </a:prstGeom>
          <a:solidFill>
            <a:srgbClr val="BF8F00"/>
          </a:solidFill>
          <a:ln/>
        </p:spPr>
      </p:sp>
      <p:sp>
        <p:nvSpPr>
          <p:cNvPr id="129" name="Text 127"/>
          <p:cNvSpPr txBox="1"/>
          <p:nvPr/>
        </p:nvSpPr>
        <p:spPr>
          <a:xfrm>
            <a:off x="5212080" y="39090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</a:t>
            </a:r>
            <a:endParaRPr lang="en-US" sz="1050" dirty="0"/>
          </a:p>
        </p:txBody>
      </p:sp>
      <p:sp>
        <p:nvSpPr>
          <p:cNvPr id="130" name="Text 128"/>
          <p:cNvSpPr txBox="1"/>
          <p:nvPr/>
        </p:nvSpPr>
        <p:spPr>
          <a:xfrm>
            <a:off x="274320" y="6537960"/>
            <a:ext cx="11640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Editable: click any box in PowerPoint and retype the team name once group results and knockout scores are confirmed. All matches - group stage and knockout - are played at CST Artificial Turf, one match at a time (no home/away side).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2026-09-24T07:05:04Z</dcterms:created>
  <dcterms:modified xsi:type="dcterms:W3CDTF">2026-09-24T07:05:04Z</dcterms:modified>
</cp:coreProperties>
</file>